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493fe053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493fe053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493fe053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493fe053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493fe053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493fe053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493fe053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493fe053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493fe0531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493fe053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493fe0531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493fe053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493fe0531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493fe0531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493fe0531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493fe0531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493fe0531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493fe0531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493fe0531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493fe053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93fe0531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93fe0531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93fe0531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93fe0531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igma.com/proto/G63X84WP2C1MAzGq8ZssUa/AlertaVital-Prototipo?node-id=0-1&amp;t=yCd7WgLoIacUBJXb-1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github.com/NiezTsuki/AlertaVital/tree/develo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Evidencias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AlertaVital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97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Trello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0850" y="393613"/>
            <a:ext cx="5156400" cy="43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2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Prototipo figma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59000" y="1152475"/>
            <a:ext cx="567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https://www.figma.com/proto/G63X84WP2C1MAzGq8ZssUa/AlertaVital-Prototipo?node-id=0-1&amp;t=yCd7WgLoIacUBJXb-1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75" y="741625"/>
            <a:ext cx="2644800" cy="43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Github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350" y="1466350"/>
            <a:ext cx="7059300" cy="27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5649750" y="4235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https://github.com/NiezTsuki/AlertaVital/tree/develop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Pruebas Postman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775" y="1349075"/>
            <a:ext cx="540067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2775" y="3290150"/>
            <a:ext cx="54006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61075" y="445025"/>
            <a:ext cx="528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del proyecto mon</a:t>
            </a:r>
            <a:r>
              <a:rPr lang="es"/>
              <a:t>o</a:t>
            </a:r>
            <a:r>
              <a:rPr lang="es"/>
              <a:t>re</a:t>
            </a:r>
            <a:r>
              <a:rPr lang="es"/>
              <a:t>p</a:t>
            </a:r>
            <a:r>
              <a:rPr lang="es"/>
              <a:t>o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2775" y="142875"/>
            <a:ext cx="193298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172125" y="151400"/>
            <a:ext cx="88797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Base de datos postgreSQL (Subido con Prisma Vercel)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875" y="820175"/>
            <a:ext cx="2683125" cy="407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34972" l="0" r="0" t="0"/>
          <a:stretch/>
        </p:blipFill>
        <p:spPr>
          <a:xfrm>
            <a:off x="544163" y="891050"/>
            <a:ext cx="5125325" cy="15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150" y="2655525"/>
            <a:ext cx="5045351" cy="228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243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registro y login AlertaVital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025" y="894413"/>
            <a:ext cx="2021575" cy="39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6225" y="911700"/>
            <a:ext cx="2021575" cy="389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del Botón de </a:t>
            </a:r>
            <a:r>
              <a:rPr lang="es"/>
              <a:t>Pánico y el countdown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025" y="1427188"/>
            <a:ext cx="18288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6675" y="1517675"/>
            <a:ext cx="2486025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de alertas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525" y="1520875"/>
            <a:ext cx="223837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175" y="1483475"/>
            <a:ext cx="280035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de GPS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900" y="1359588"/>
            <a:ext cx="1910571" cy="34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975" y="1286400"/>
            <a:ext cx="1910575" cy="3564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